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B063B-0CAA-43E6-94BA-045EC6F279BF}" type="datetimeFigureOut">
              <a:rPr lang="en-IN" smtClean="0"/>
              <a:t>06/05/2026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E4C04-6B96-4189-8E7E-D9F79105D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234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E4C04-6B96-4189-8E7E-D9F79105D34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37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SOCIAL MEDIA ENGAGEMENT &amp; SENTIMENT ANALYTICS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1600200"/>
            <a:ext cx="8229600" cy="4525963"/>
          </a:xfrm>
        </p:spPr>
        <p:txBody>
          <a:bodyPr/>
          <a:lstStyle/>
          <a:p>
            <a:r>
              <a:rPr lang="en-IN" dirty="0" smtClean="0"/>
              <a:t>Introduction</a:t>
            </a:r>
            <a:endParaRPr dirty="0"/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243840" y="2413338"/>
            <a:ext cx="818896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Social media platforms generate large amounts of customer feedback daily.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Businesses need efficient methods to analyze customer opinions.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Sentiment Analysis helps classify opinions into Positive, Negative, and Neutral categories.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Power BI dashboards provide interactive visualization of social media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0" y="45720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0" y="4730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Organizations receive thousands of comments and reviews on social media platforms.</a:t>
            </a:r>
          </a:p>
          <a:p>
            <a:r>
              <a:rPr lang="en-US" dirty="0"/>
              <a:t>Challenges:</a:t>
            </a:r>
          </a:p>
          <a:p>
            <a:r>
              <a:rPr lang="en-US" dirty="0"/>
              <a:t>• Manual analysis is time-consuming.</a:t>
            </a:r>
          </a:p>
          <a:p>
            <a:r>
              <a:rPr lang="en-US" dirty="0"/>
              <a:t>• Difficult to understand customer sentiment.</a:t>
            </a:r>
          </a:p>
          <a:p>
            <a:r>
              <a:rPr lang="en-US" dirty="0"/>
              <a:t>• Hard to monitor engagement performance.</a:t>
            </a:r>
          </a:p>
          <a:p>
            <a:r>
              <a:rPr lang="en-US" dirty="0"/>
              <a:t>Solution:</a:t>
            </a:r>
          </a:p>
          <a:p>
            <a:r>
              <a:rPr lang="en-US" dirty="0"/>
              <a:t>Develop an automated sentiment analysis and engagement analytics system using Python and Power BI.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751840" y="1480642"/>
            <a:ext cx="793496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sentiment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social media comments.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engagement metrics.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brand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platform effectiveness.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interactive dashboards.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business insights.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Tools Used</a:t>
            </a:r>
          </a:p>
          <a:p>
            <a:r>
              <a:rPr lang="en-IN" b="1" dirty="0"/>
              <a:t>Python</a:t>
            </a:r>
          </a:p>
          <a:p>
            <a:r>
              <a:rPr lang="en-IN" dirty="0"/>
              <a:t>• Data processing</a:t>
            </a:r>
          </a:p>
          <a:p>
            <a:r>
              <a:rPr lang="en-IN" b="1" dirty="0"/>
              <a:t>Pandas</a:t>
            </a:r>
          </a:p>
          <a:p>
            <a:r>
              <a:rPr lang="en-IN" dirty="0"/>
              <a:t>• Data manipulation</a:t>
            </a:r>
          </a:p>
          <a:p>
            <a:r>
              <a:rPr lang="en-IN" b="1" dirty="0"/>
              <a:t>NLTK</a:t>
            </a:r>
          </a:p>
          <a:p>
            <a:r>
              <a:rPr lang="en-IN" dirty="0"/>
              <a:t>• Sentiment Analysis</a:t>
            </a:r>
          </a:p>
          <a:p>
            <a:r>
              <a:rPr lang="en-IN" b="1" dirty="0" err="1"/>
              <a:t>Matplotlib</a:t>
            </a:r>
            <a:r>
              <a:rPr lang="en-IN" b="1" dirty="0"/>
              <a:t> &amp; </a:t>
            </a:r>
            <a:r>
              <a:rPr lang="en-IN" b="1" dirty="0" err="1"/>
              <a:t>Seaborn</a:t>
            </a:r>
            <a:endParaRPr lang="en-IN" b="1" dirty="0"/>
          </a:p>
          <a:p>
            <a:r>
              <a:rPr lang="en-IN" dirty="0"/>
              <a:t>• Visualization</a:t>
            </a:r>
          </a:p>
          <a:p>
            <a:r>
              <a:rPr lang="en-IN" b="1" dirty="0"/>
              <a:t>Power BI</a:t>
            </a:r>
          </a:p>
          <a:p>
            <a:r>
              <a:rPr lang="en-IN" dirty="0"/>
              <a:t>• Dashboard Development</a:t>
            </a:r>
          </a:p>
          <a:p>
            <a:r>
              <a:rPr lang="en-IN" b="1" dirty="0" err="1"/>
              <a:t>Jupyter</a:t>
            </a:r>
            <a:r>
              <a:rPr lang="en-IN" b="1" dirty="0"/>
              <a:t> Notebook</a:t>
            </a:r>
          </a:p>
          <a:p>
            <a:r>
              <a:rPr lang="en-IN" dirty="0"/>
              <a:t>• Implementation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4002799"/>
              </p:ext>
            </p:extLst>
          </p:nvPr>
        </p:nvGraphicFramePr>
        <p:xfrm>
          <a:off x="457200" y="1577181"/>
          <a:ext cx="8229600" cy="29260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40877696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935692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Attribute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8408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Comment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8376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Instagram, Facebook, Twitter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967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Brand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Brand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0208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Comment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User Feedback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1627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Likes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Total Likes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838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Shares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Total Shares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561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Followers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Follower 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5065990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28320" y="4503261"/>
            <a:ext cx="4968240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 Brands: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Nike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Adidas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Puma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Majority of comments are Positive.</a:t>
            </a:r>
          </a:p>
          <a:p>
            <a:r>
              <a:rPr lang="en-US" dirty="0"/>
              <a:t>• Instagram has the highest engagement rate.</a:t>
            </a:r>
          </a:p>
          <a:p>
            <a:r>
              <a:rPr lang="en-US" dirty="0"/>
              <a:t>• Nike receives the highest number of mentions.</a:t>
            </a:r>
          </a:p>
          <a:p>
            <a:r>
              <a:rPr lang="en-US" dirty="0"/>
              <a:t>• Adidas shows strong customer satisfaction.</a:t>
            </a:r>
          </a:p>
          <a:p>
            <a:r>
              <a:rPr lang="en-US" dirty="0"/>
              <a:t>• Negative feedback mainly relates to pricing and service issues.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Conclusion</a:t>
            </a:r>
          </a:p>
          <a:p>
            <a:r>
              <a:rPr lang="en-US" dirty="0"/>
              <a:t>The Social Media Engagement &amp; Sentiment Analytics project successfully demonstrates the use of Natural Language Processing and Business Intelligence tools.</a:t>
            </a:r>
          </a:p>
          <a:p>
            <a:r>
              <a:rPr lang="en-US" dirty="0"/>
              <a:t>The system effectively analyzes customer sentiment, measures engagement metrics, and provides interactive dashboards for business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293</Words>
  <Application>Microsoft Office PowerPoint</Application>
  <PresentationFormat>On-screen Show (4:3)</PresentationFormat>
  <Paragraphs>71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Title</vt:lpstr>
      <vt:lpstr>Introduction</vt:lpstr>
      <vt:lpstr>Problem Statement</vt:lpstr>
      <vt:lpstr>Objectives</vt:lpstr>
      <vt:lpstr>Tools</vt:lpstr>
      <vt:lpstr>Dataset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subject/>
  <dc:creator>Dell</dc:creator>
  <cp:keywords/>
  <dc:description>generated using python-pptx</dc:description>
  <cp:lastModifiedBy>Dell</cp:lastModifiedBy>
  <cp:revision>3</cp:revision>
  <dcterms:created xsi:type="dcterms:W3CDTF">2013-01-27T09:14:16Z</dcterms:created>
  <dcterms:modified xsi:type="dcterms:W3CDTF">2026-06-04T19:07:27Z</dcterms:modified>
  <cp:category/>
</cp:coreProperties>
</file>